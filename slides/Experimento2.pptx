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small (100)</c:v>
                </c:pt>
              </c:strCache>
            </c:strRef>
          </c:tx>
          <c:dLbls>
            <c:dLbl>
              <c:idx val="0"/>
              <c:tx>
                <c:rich>
                  <a:bodyPr/>
                  <a:lstStyle/>
                  <a:p>
                    <a:r>
                      <a:rPr sz="1100"/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/>
                      <a:t>0,20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/>
                      <a:t>0,30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Recall@1</c:v>
                </c:pt>
                <c:pt idx="1">
                  <c:v>Recall@3</c:v>
                </c:pt>
                <c:pt idx="2">
                  <c:v>Recall@5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0.2</c:v>
                </c:pt>
                <c:pt idx="2">
                  <c:v>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 (180)</c:v>
                </c:pt>
              </c:strCache>
            </c:strRef>
          </c:tx>
          <c:dLbls>
            <c:dLbl>
              <c:idx val="0"/>
              <c:tx>
                <c:rich>
                  <a:bodyPr/>
                  <a:lstStyle/>
                  <a:p>
                    <a:r>
                      <a:rPr sz="1100"/>
                      <a:t>0,30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/>
                      <a:t>0,47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/>
                      <a:t>0,53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Recall@1</c:v>
                </c:pt>
                <c:pt idx="1">
                  <c:v>Recall@3</c:v>
                </c:pt>
                <c:pt idx="2">
                  <c:v>Recall@5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</c:v>
                </c:pt>
                <c:pt idx="1">
                  <c:v>0.4666666666666666</c:v>
                </c:pt>
                <c:pt idx="2">
                  <c:v>0.5333333333333333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large (320)</c:v>
                </c:pt>
              </c:strCache>
            </c:strRef>
          </c:tx>
          <c:dLbls>
            <c:dLbl>
              <c:idx val="0"/>
              <c:tx>
                <c:rich>
                  <a:bodyPr/>
                  <a:lstStyle/>
                  <a:p>
                    <a:r>
                      <a:rPr sz="1100"/>
                      <a:t>0,30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/>
                      <a:t>0,40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/>
                      <a:t>0,47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Recall@1</c:v>
                </c:pt>
                <c:pt idx="1">
                  <c:v>Recall@3</c:v>
                </c:pt>
                <c:pt idx="2">
                  <c:v>Recall@5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0.3</c:v>
                </c:pt>
                <c:pt idx="1">
                  <c:v>0.4</c:v>
                </c:pt>
                <c:pt idx="2">
                  <c:v>0.4666666666666666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la parte de la Semana 4: segmentación, embeddings, FAISS y Recall@k.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chunks se arman con el chunker del Laboratorio 4. El id del chunk indica la ficha y el número de chunk dentro de ella.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828800"/>
            <a:ext cx="10515600" cy="1645920"/>
          </a:xfrm>
        </p:spPr>
        <p:txBody>
          <a:bodyPr/>
          <a:lstStyle/>
          <a:p>
            <a:r>
              <a:t>Experimento 2: tamaño del chunk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749039"/>
            <a:ext cx="10515600" cy="914400"/>
          </a:xfrm>
        </p:spPr>
        <p:txBody>
          <a:bodyPr/>
          <a:lstStyle/>
          <a:p>
            <a:r>
              <a:t>PC2 - Tópicos de Ciencia de la Computación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¿De qué trata el experimento?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/>
              <a:t>• Pregunta: ¿cómo cambia la recuperación si solo cambia el tamaño de los chunks?</a:t>
            </a:r>
          </a:p>
          <a:p>
            <a:pPr>
              <a:spcAft>
                <a:spcPts val="1000"/>
              </a:spcAft>
            </a:pPr>
            <a:r>
              <a:rPr sz="2200"/>
              <a:t>• No interviene el LLM ni ningún prompt: es un experimento sobre el recuperador</a:t>
            </a:r>
          </a:p>
          <a:p>
            <a:pPr>
              <a:spcAft>
                <a:spcPts val="1000"/>
              </a:spcAft>
            </a:pPr>
            <a:r>
              <a:rPr sz="2200"/>
              <a:t>• Una ficha se divide en passages (piezas pequeñas) y un chunk agrupa passages consecutivos</a:t>
            </a:r>
          </a:p>
          <a:p>
            <a:pPr lvl="1">
              <a:spcAft>
                <a:spcPts val="1000"/>
              </a:spcAft>
            </a:pPr>
            <a:r>
              <a:rPr sz="1900"/>
              <a:t>- Chunk pequeño: más chunks, cada uno con menos contexto</a:t>
            </a:r>
          </a:p>
          <a:p>
            <a:pPr lvl="1">
              <a:spcAft>
                <a:spcPts val="1000"/>
              </a:spcAft>
            </a:pPr>
            <a:r>
              <a:rPr sz="1900"/>
              <a:t>- Chunk grande: menos chunks, cada uno con casi toda la ficha</a:t>
            </a:r>
          </a:p>
          <a:p>
            <a:pPr>
              <a:spcAft>
                <a:spcPts val="1000"/>
              </a:spcAft>
            </a:pPr>
            <a:r>
              <a:rPr sz="2200"/>
              <a:t>• Hipótesis: un chunk pequeño aísla la evidencia, pero puede separarla de lo que la identifica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Qué se compara y qué se mantiene igual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2011680"/>
              </a:tblGrid>
              <a:tr h="457200">
                <a:tc>
                  <a:txBody>
                    <a:bodyPr/>
                    <a:lstStyle/>
                    <a:p>
                      <a:r>
                        <a:rPr sz="1800"/>
                        <a:t>Condición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Tamaño objetivo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Chunks resultantes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100 palabras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36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180 palabras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320 palabras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566160"/>
            <a:ext cx="10881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• Se mantiene igual:</a:t>
            </a:r>
          </a:p>
          <a:p>
            <a:pPr lvl="1">
              <a:spcAft>
                <a:spcPts val="1000"/>
              </a:spcAft>
            </a:pPr>
            <a:r>
              <a:rPr sz="1700"/>
              <a:t>- Las mismas fichas, las mismas 5 consultas (Q0) y los mismos qrels</a:t>
            </a:r>
          </a:p>
          <a:p>
            <a:pPr lvl="1">
              <a:spcAft>
                <a:spcPts val="1000"/>
              </a:spcAft>
            </a:pPr>
            <a:r>
              <a:rPr sz="1700"/>
              <a:t>- Solapamiento de 1 passage entre chunks vecinos</a:t>
            </a:r>
          </a:p>
          <a:p>
            <a:pPr lvl="1">
              <a:spcAft>
                <a:spcPts val="1000"/>
              </a:spcAft>
            </a:pPr>
            <a:r>
              <a:rPr sz="1700"/>
              <a:t>- Modelo e5-small, normalización, FAISS y top-k</a:t>
            </a:r>
          </a:p>
          <a:p>
            <a:pPr>
              <a:spcAft>
                <a:spcPts val="1000"/>
              </a:spcAft>
            </a:pPr>
            <a:r>
              <a:rPr sz="2000"/>
              <a:t>• Solo cambia el tamaño del chunk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Cómo se parte una ficha: ejemplo D05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94560"/>
                <a:gridCol w="6858000"/>
              </a:tblGrid>
              <a:tr h="502920">
                <a:tc>
                  <a:txBody>
                    <a:bodyPr/>
                    <a:lstStyle/>
                    <a:p>
                      <a:r>
                        <a:rPr sz="1600"/>
                        <a:t>Condición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Chunks de D05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Passages que contiene cada chunk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/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C01: P01 a P03; C02: P03 a P07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C01: P01 a P07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/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C01: P01 a P07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84048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/>
              <a:t>• D05 es la ficha de los reactivos Mindray. Sus passages: P01 convocatoria, P02 ítem, P03 cronograma, P04 documentos, P05 postores, P06 buena pro, P07 contrato</a:t>
            </a:r>
          </a:p>
          <a:p>
            <a:pPr>
              <a:spcAft>
                <a:spcPts val="1000"/>
              </a:spcAft>
            </a:pPr>
            <a:r>
              <a:rPr sz="1900"/>
              <a:t>• Con 100 palabras la buena pro (P06) queda en un chunk distinto al del ítem (P02)</a:t>
            </a:r>
          </a:p>
          <a:p>
            <a:pPr>
              <a:spcAft>
                <a:spcPts val="1000"/>
              </a:spcAft>
            </a:pPr>
            <a:r>
              <a:rPr sz="1900"/>
              <a:t>• Con 180 y 320 palabras la ficha completa cabe en un solo chunk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Resultados: los chunks que se generaron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2103120"/>
                <a:gridCol w="1920240"/>
                <a:gridCol w="1737360"/>
                <a:gridCol w="1828800"/>
              </a:tblGrid>
              <a:tr h="502920">
                <a:tc>
                  <a:txBody>
                    <a:bodyPr/>
                    <a:lstStyle/>
                    <a:p>
                      <a:r>
                        <a:rPr sz="1600"/>
                        <a:t>Condición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Chunks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Palabras (media)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Palabras (máx.)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Tokens (máx.)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Cortados por tokens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/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/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93192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/>
              <a:t>• Interpretación</a:t>
            </a:r>
          </a:p>
          <a:p>
            <a:pPr lvl="1">
              <a:spcAft>
                <a:spcPts val="1000"/>
              </a:spcAft>
            </a:pPr>
            <a:r>
              <a:rPr sz="1700"/>
              <a:t>- A mayor tamaño objetivo hay menos chunks, pero cada uno trae más texto</a:t>
            </a:r>
          </a:p>
          <a:p>
            <a:pPr lvl="1">
              <a:spcAft>
                <a:spcPts val="1000"/>
              </a:spcAft>
            </a:pPr>
            <a:r>
              <a:rPr sz="1700"/>
              <a:t>- El texto del SEACE ocupa unos 2 tokens por palabra y el modelo e5 admite 512 tokens</a:t>
            </a:r>
          </a:p>
          <a:p>
            <a:pPr lvl="1">
              <a:spcAft>
                <a:spcPts val="1000"/>
              </a:spcAft>
            </a:pPr>
            <a:r>
              <a:rPr sz="1700"/>
              <a:t>- En large, 3 de 13 chunks se cerraron antes de 320 palabras; el más largo tiene 257</a:t>
            </a:r>
          </a:p>
          <a:p>
            <a:pPr lvl="1">
              <a:spcAft>
                <a:spcPts val="1000"/>
              </a:spcAft>
            </a:pPr>
            <a:r>
              <a:rPr sz="1700"/>
              <a:t>- Así ningún chunk se trunca, pero large significa hasta 320 palabras o 512 tokens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Resultados: Recall según el tamaño del chunk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371600"/>
          <a:ext cx="67665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80960" y="1554480"/>
          <a:ext cx="39319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22960"/>
                <a:gridCol w="822960"/>
                <a:gridCol w="914400"/>
              </a:tblGrid>
              <a:tr h="384048">
                <a:tc>
                  <a:txBody>
                    <a:bodyPr/>
                    <a:lstStyle/>
                    <a:p>
                      <a:r>
                        <a:rPr sz="1600"/>
                        <a:t>Condición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R@1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R@3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R@5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/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0,30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0,53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/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0,47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80960" y="347472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• Métrica principal: Recall@3 medio</a:t>
            </a:r>
          </a:p>
          <a:p>
            <a:pPr>
              <a:spcAft>
                <a:spcPts val="1000"/>
              </a:spcAft>
            </a:pPr>
            <a:r>
              <a:rPr sz="1800"/>
              <a:t>• baseline (180) es el mejor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Interpretación: el resultado agregado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/>
              <a:t>• small (100) rinde claramente peor: Recall@3 de 0,20 contra 0,47 en baseline</a:t>
            </a:r>
          </a:p>
          <a:p>
            <a:pPr lvl="1">
              <a:spcAft>
                <a:spcPts val="1000"/>
              </a:spcAft>
            </a:pPr>
            <a:r>
              <a:rPr sz="1800"/>
              <a:t>- Al partir las fichas en tantos chunks, la evidencia queda separada de su contexto</a:t>
            </a:r>
          </a:p>
          <a:p>
            <a:pPr>
              <a:spcAft>
                <a:spcPts val="1000"/>
              </a:spcAft>
            </a:pPr>
            <a:r>
              <a:rPr sz="2100"/>
              <a:t>• baseline (180) y large (320) están cerca (0,47 y 0,40)</a:t>
            </a:r>
          </a:p>
          <a:p>
            <a:pPr lvl="1">
              <a:spcAft>
                <a:spcPts val="1000"/>
              </a:spcAft>
            </a:pPr>
            <a:r>
              <a:rPr sz="1800"/>
              <a:t>- La diferencia es de un solo passage, no alcanza para decir que uno es mejor</a:t>
            </a:r>
          </a:p>
          <a:p>
            <a:pPr>
              <a:spcAft>
                <a:spcPts val="1000"/>
              </a:spcAft>
            </a:pPr>
            <a:r>
              <a:rPr sz="2100"/>
              <a:t>• Más chunks no significa mejor recuperación</a:t>
            </a:r>
          </a:p>
          <a:p>
            <a:pPr lvl="1">
              <a:spcAft>
                <a:spcPts val="1000"/>
              </a:spcAft>
            </a:pPr>
            <a:r>
              <a:rPr sz="1800"/>
              <a:t>- small tiene el doble de chunks que baseline y recupera menos</a:t>
            </a:r>
          </a:p>
          <a:p>
            <a:pPr>
              <a:spcAft>
                <a:spcPts val="1000"/>
              </a:spcAft>
            </a:pPr>
            <a:r>
              <a:rPr sz="2100"/>
              <a:t>• El resultado vale para este corpus y estas consultas, no es una regla de chunking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Interpretación: por necesidad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1371600"/>
                <a:gridCol w="1097280"/>
                <a:gridCol w="5943600"/>
              </a:tblGrid>
              <a:tr h="457200">
                <a:tc>
                  <a:txBody>
                    <a:bodyPr/>
                    <a:lstStyle/>
                    <a:p>
                      <a:r>
                        <a:rPr sz="1500"/>
                        <a:t>Necesidad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Qué pasó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no cambia: encuentra la ficha Cisco, no la de Agilent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 en las tres: la frase "o equivalente" se diluye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no cambia: encuentra la ficha Mindray, no la de Epson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N4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0,33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solo baseline trae el chunk con un solo postor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N5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el tamaño ayuda: con 100 palabras la buena pro queda aparte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• Recall@3 por necesidad</a:t>
            </a:r>
          </a:p>
          <a:p>
            <a:pPr lvl="1">
              <a:spcAft>
                <a:spcPts val="1000"/>
              </a:spcAft>
            </a:pPr>
            <a:r>
              <a:rPr sz="1700"/>
              <a:t>- 3 de 5 necesidades no cambian con el tamaño; el efecto se concentra en N4 y N5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Caso donde el tamaño ayuda: N5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3566160"/>
                <a:gridCol w="1828800"/>
              </a:tblGrid>
              <a:tr h="502920">
                <a:tc>
                  <a:txBody>
                    <a:bodyPr/>
                    <a:lstStyle/>
                    <a:p>
                      <a:r>
                        <a:rPr sz="1600"/>
                        <a:t>Condición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Primer resultado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Passages que cubre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Recall@3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/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D05-C01-W100 (0,891)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P01 a P03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D05-C01-W180 (0,871)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P01 a P07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/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D05-C01-W320 (0,871)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P01 a P07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657600"/>
            <a:ext cx="10881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/>
              <a:t>• N5: ¿Qué empresa ganó la compra de reactivos para el equipo Mindray del hospital de Jaén y por cuánto?</a:t>
            </a:r>
          </a:p>
          <a:p>
            <a:pPr lvl="1">
              <a:spcAft>
                <a:spcPts val="1000"/>
              </a:spcAft>
            </a:pPr>
            <a:r>
              <a:rPr sz="1600"/>
              <a:t>- La evidencia es D05-P06, la buena pro</a:t>
            </a:r>
          </a:p>
          <a:p>
            <a:pPr>
              <a:spcAft>
                <a:spcPts val="1000"/>
              </a:spcAft>
            </a:pPr>
            <a:r>
              <a:rPr sz="1900"/>
              <a:t>• Con 100 palabras el primer resultado es la ficha correcta, pero sin la buena pro</a:t>
            </a:r>
          </a:p>
          <a:p>
            <a:pPr lvl="1">
              <a:spcAft>
                <a:spcPts val="1000"/>
              </a:spcAft>
            </a:pPr>
            <a:r>
              <a:rPr sz="1600"/>
              <a:t>- Documento correcto, fragmento incorrecto: la consulta describe el proceso, la evidencia es otra parte de la ficha</a:t>
            </a:r>
          </a:p>
          <a:p>
            <a:pPr>
              <a:spcAft>
                <a:spcPts val="1000"/>
              </a:spcAft>
            </a:pPr>
            <a:r>
              <a:rPr sz="1900"/>
              <a:t>• Con 180 y 320 el chunk trae la ficha completa y el Recall sube a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Caso donde el tamaño perjudica: N4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• N4: ¿En qué procesos se presentó un solo postor?</a:t>
            </a:r>
          </a:p>
          <a:p>
            <a:pPr lvl="1">
              <a:spcAft>
                <a:spcPts val="1000"/>
              </a:spcAft>
            </a:pPr>
            <a:r>
              <a:rPr sz="1700"/>
              <a:t>- Recall@3: small 0, baseline 0,33, large 0</a:t>
            </a:r>
          </a:p>
          <a:p>
            <a:pPr>
              <a:spcAft>
                <a:spcPts val="1000"/>
              </a:spcAft>
            </a:pPr>
            <a:r>
              <a:rPr sz="2000"/>
              <a:t>• En baseline el chunk D07-C02 (postores, buena pro y contrato de Vaso de Leche) entra en el puesto 3</a:t>
            </a:r>
          </a:p>
          <a:p>
            <a:pPr>
              <a:spcAft>
                <a:spcPts val="1000"/>
              </a:spcAft>
            </a:pPr>
            <a:r>
              <a:rPr sz="2000"/>
              <a:t>• En large ese passage queda dentro del chunk de la ficha completa</a:t>
            </a:r>
          </a:p>
          <a:p>
            <a:pPr lvl="1">
              <a:spcAft>
                <a:spcPts val="1000"/>
              </a:spcAft>
            </a:pPr>
            <a:r>
              <a:rPr sz="1700"/>
              <a:t>- El chunk baja al puesto 11 y sale del top-3</a:t>
            </a:r>
          </a:p>
          <a:p>
            <a:pPr lvl="1">
              <a:spcAft>
                <a:spcPts val="1000"/>
              </a:spcAft>
            </a:pPr>
            <a:r>
              <a:rPr sz="1700"/>
              <a:t>- Posible explicación: en la ficha completa pesan más la convocatoria y los alimentos que la frase un solo postor</a:t>
            </a:r>
          </a:p>
          <a:p>
            <a:pPr>
              <a:spcAft>
                <a:spcPts val="1000"/>
              </a:spcAft>
            </a:pPr>
            <a:r>
              <a:rPr sz="2000"/>
              <a:t>• Un chunk más grande no siempre ayuda: puede diluir una evidencia corta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Conclusión y limitación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/>
              <a:t>• Con este corpus, estas consultas y estos qrels, el tamaño del chunk cambió el Recall@3 medio de 0,20 (100) a 0,47 (180) y 0,40 (320)</a:t>
            </a:r>
          </a:p>
          <a:p>
            <a:pPr lvl="1">
              <a:spcAft>
                <a:spcPts val="1000"/>
              </a:spcAft>
            </a:pPr>
            <a:r>
              <a:rPr sz="1800"/>
              <a:t>- La diferencia principal está entre small y los otros dos, y la explican N5 y N4</a:t>
            </a:r>
          </a:p>
          <a:p>
            <a:pPr>
              <a:spcAft>
                <a:spcPts val="1000"/>
              </a:spcAft>
            </a:pPr>
            <a:r>
              <a:rPr sz="2100"/>
              <a:t>• El tamaño ayuda cuando la evidencia y lo que la identifica deben quedar juntos, y perjudica cuando la evidencia es corta y se diluye</a:t>
            </a:r>
          </a:p>
          <a:p>
            <a:pPr>
              <a:spcAft>
                <a:spcPts val="1000"/>
              </a:spcAft>
            </a:pPr>
            <a:r>
              <a:rPr sz="2100"/>
              <a:t>• Limitaciones</a:t>
            </a:r>
          </a:p>
          <a:p>
            <a:pPr lvl="1">
              <a:spcAft>
                <a:spcPts val="1000"/>
              </a:spcAft>
            </a:pPr>
            <a:r>
              <a:rPr sz="1800"/>
              <a:t>- Solo 5 necesidades: un passage mueve el Recall medio entre 0,05 y 0,1</a:t>
            </a:r>
          </a:p>
          <a:p>
            <a:pPr lvl="1">
              <a:spcAft>
                <a:spcPts val="1000"/>
              </a:spcAft>
            </a:pPr>
            <a:r>
              <a:rPr sz="1800"/>
              <a:t>- large está limitado por los 512 tokens del modelo</a:t>
            </a:r>
          </a:p>
          <a:p>
            <a:pPr lvl="1">
              <a:spcAft>
                <a:spcPts val="1000"/>
              </a:spcAft>
            </a:pPr>
            <a:r>
              <a:rPr sz="1800"/>
              <a:t>- No se puede afirmar que un tamaño sea el mejor en general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