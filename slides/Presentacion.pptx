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MX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Recall@3 por necesidad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Q0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0,50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0,50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0,33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1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N1</c:v>
                </c:pt>
                <c:pt idx="1">
                  <c:v>N2</c:v>
                </c:pt>
                <c:pt idx="2">
                  <c:v>N3</c:v>
                </c:pt>
                <c:pt idx="3">
                  <c:v>N4</c:v>
                </c:pt>
                <c:pt idx="4">
                  <c:v>N5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</c:v>
                </c:pt>
                <c:pt idx="2">
                  <c:v>0.5</c:v>
                </c:pt>
                <c:pt idx="3">
                  <c:v>0.333333333333333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0,50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0,50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0,33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1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N1</c:v>
                </c:pt>
                <c:pt idx="1">
                  <c:v>N2</c:v>
                </c:pt>
                <c:pt idx="2">
                  <c:v>N3</c:v>
                </c:pt>
                <c:pt idx="3">
                  <c:v>N4</c:v>
                </c:pt>
                <c:pt idx="4">
                  <c:v>N5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</c:v>
                </c:pt>
                <c:pt idx="2">
                  <c:v>0.5</c:v>
                </c:pt>
                <c:pt idx="3">
                  <c:v>0.333333333333333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d6a3d8a-ffeb-415d-9d37-8dd3264b6d09}"/>
      </c:ext>
    </c:extLst>
  </c:chart>
  <c:txPr>
    <a:bodyPr/>
    <a:lstStyle/>
    <a:p>
      <a:pPr>
        <a:defRPr lang="es-MX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(100)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0,20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0,30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(180)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0,30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0,47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0,53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0.466666666666667</c:v>
                </c:pt>
                <c:pt idx="2">
                  <c:v>0.533333333333333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 (320)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0,30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0,40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s-MX"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100"/>
                      <a:t>0,47</a:t>
                    </a:r>
                    <a:endParaRPr sz="110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</c:v>
                </c:pt>
                <c:pt idx="1">
                  <c:v>0.4</c:v>
                </c:pt>
                <c:pt idx="2">
                  <c:v>0.466666666666667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921310a-13f6-4a05-a195-e8d06f99e4e7}"/>
      </c:ext>
    </c:extLst>
  </c:chart>
  <c:txPr>
    <a:bodyPr/>
    <a:lstStyle/>
    <a:p>
      <a:pPr>
        <a:defRPr lang="es-MX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ramas que se juntan en FAISS. A la izquierda los documentos: se fragmentan, e5 convierte cada fragmento en un vector y FAISS los guarda. Arriba la consulta: el usuario escribe la necesidad, el LLM la convierte en JSON, se valida, e5 la convierte en vector y FAISS busca los mas parecidos. Abajo se evalua: top-k contra los qrels da el Recall@k.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JSON y los qrels que aparecen en el diagrama son un ejemplo generico. En la PC2 las intenciones son como marca_sin_equivalente o competencia, y los qrels apuntan a passages (por ejemplo D05-P06), no a documentos completos.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 la parte de la Semana 3 (salida estructurada y validación) conectada con la Semana 4 (recuperación).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dos rutas terminan en el mismo recuperador, así que cualquier diferencia solo puede venir de la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schema solo verifica que el valor esté dentro de los permitidos, no que sea el 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 la parte de la Semana 4: segmentación, embeddings, FAISS y Recall@k.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chunks se arman con el chunker del Laboratorio 4. El id del chunk indica la ficha y el número de chunk dentro de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PC2 - Tópicos de Ciencia de la Computación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Experimento 1: consulta estructurada  |  Experimento 2: tamaño del chunk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Diagrama de flujo de la PC2</a:t>
            </a:r>
            <a:endParaRPr sz="3400"/>
          </a:p>
        </p:txBody>
      </p:sp>
      <p:pic>
        <p:nvPicPr>
          <p:cNvPr id="3" name="Picture 2" descr="diagrama_flujo_p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1234440"/>
            <a:ext cx="1073785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Cómo leer el diagrama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Rama de los documentos (izquierda)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Fichas → se fragmentan en chunks → e5 convierte cada chunk en un vector → FAISS los guarda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Rama de la consulta (arriba)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Necesidad → prompt (system + user) → LLM → JSON (query, intent, abstain) → validación → e5 → vector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Búsqueda y evaluación (abajo)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FAISS compara la consulta con todos los chunks → scores e ids → top-k → Recall@k con los qrels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Qué cambia cada experimento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Experimento 1: la rama de arriba (consulta original o consulta del LLM)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Experimento 2: la rama de la izquierda (tamaño de los chunks: 100, 180 o 320 palabras)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1: consulta original vs consulta estructurada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PC2 - Tópicos de Ciencia de la Computación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¿De qué trata el experimento?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El auditor escribe una necesidad de información en lenguaje natural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Ejemplo: ¿Qué empresa ganó la compra de reactivos para el equipo Mindray?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Antes de buscar, un LLM la convierte en una consulta estructurada (un JSON)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Pregunta: ¿esa transformación conserva, mejora o empeora lo que se quería encontrar?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No se exige demostrar que la consulta del LLM sea mejor, solo observar qué pasó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compara</a:t>
            </a:r>
            <a:endParaRPr sz="3400"/>
          </a:p>
        </p:txBody>
      </p:sp>
      <p:sp>
        <p:nvSpPr>
          <p:cNvPr id="3" name="Rectangle 2"/>
          <p:cNvSpPr/>
          <p:nvPr/>
        </p:nvSpPr>
        <p:spPr>
          <a:xfrm>
            <a:off x="4297680" y="1371600"/>
            <a:ext cx="35661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Necesidad del auditor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(una de las 5)</a:t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 flipH="1">
            <a:off x="2926080" y="2194560"/>
            <a:ext cx="219456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40880" y="2194560"/>
            <a:ext cx="219456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834640"/>
            <a:ext cx="4023360" cy="91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Q0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La necesidad tal como se escribió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23760" y="2834640"/>
            <a:ext cx="4023360" cy="91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Q1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Campo query del JSON del LLM</a:t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235440" y="3749039"/>
            <a:ext cx="0" cy="45720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223760" y="4206240"/>
            <a:ext cx="40233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Qwen2.5-0.5B + validación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(parseable, schema, intención)</a:t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749039"/>
            <a:ext cx="1828800" cy="164592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98079" y="5029200"/>
            <a:ext cx="1737361" cy="3657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0" y="5394960"/>
            <a:ext cx="35661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Mismo recuperador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(e5 + FAISS, chunks de 180 palabras)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mantiene igual y qué se mide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Se mantiene igual: corpus (10 fichas), chunks de 180 palabras, modelo e5-small, FAISS, top-k y qrels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Solo cambia la consulta, por eso la diferencia se puede atribuir a ella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Sobre el JSON del LLM se mide: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schema_valid_rate: ¿cumple el formato?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intención correcta: ¿la intención coincide con la esperada?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Sobre la recuperación se mide: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Recall@1, Recall@3 y Recall@5 de Q0 y de Q1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Jaccard del top-3: cuánto coinciden los fragmentos recuperados por ambas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el formato del JSON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640080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Métrica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Valor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Qué mide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JSON exacto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el texto completo es un JSON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JSON parseable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5/5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se puede extraer el JSON del texto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schema_valid_rate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5/5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cumple claves, tipos y valores permitidos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Abstención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el modelo considera que la necesidad sí se puede responder con estas fichas, así que genera la consulta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/>
              <a:t>• Interpretación</a:t>
            </a:r>
            <a:endParaRPr sz="2200" b="1"/>
          </a:p>
          <a:p>
            <a:pPr lvl="1">
              <a:spcAft>
                <a:spcPts val="1000"/>
              </a:spcAft>
            </a:pPr>
            <a:r>
              <a:rPr sz="1900"/>
              <a:t>- El modelo cumple el formato: las 5 salidas son válidas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El JSON exacto es 0 porque siempre lo envolvió en un bloque de código; al parsear se recupera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En formato no hay problema, pero el schema solo revisa la forma, no si el contenido es correcto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la intención del JSON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3749039"/>
                <a:gridCol w="1920240"/>
              </a:tblGrid>
              <a:tr h="384048">
                <a:tc>
                  <a:txBody>
                    <a:bodyPr/>
                    <a:lstStyle/>
                    <a:p>
                      <a:r>
                        <a:rPr sz="1500"/>
                        <a:t>Necesidad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Intención esperada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Intención del LLM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¿Correcta?</a:t>
                      </a:r>
                      <a:endParaRPr sz="15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N1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marca_sin_equivalente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marca_sin_equivalente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  <a:endParaRPr sz="15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N2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  <a:endParaRPr sz="15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N3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compatibilidad_equipo_existente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  <a:endParaRPr sz="15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N4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  <a:endParaRPr sz="15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N5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resultado_adjudicacion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  <a:endParaRPr sz="15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02336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/>
              <a:t>• Interpretación</a:t>
            </a:r>
            <a:endParaRPr sz="2000" b="1"/>
          </a:p>
          <a:p>
            <a:pPr lvl="1">
              <a:spcAft>
                <a:spcPts val="1000"/>
              </a:spcAft>
            </a:pPr>
            <a:r>
              <a:rPr sz="1700"/>
              <a:t>- Intención correcta en 3 de 5: formato válido no garantiza contenido correcto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En N5 (¿quién ganó?) el modelo respondió marca_con_equivalente (posible causa: la palabra Mindray, una marca)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Un sistema que filtre por intención buscaría en el lugar equivocado en N3 y N5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la recuperación</a:t>
            </a:r>
            <a:endParaRPr sz="3400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79" y="1554480"/>
          <a:ext cx="4023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Consulta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R@5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Q0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Q1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32004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Q0 y Q1 dan los mismos valores</a:t>
            </a:r>
            <a:endParaRPr sz="1800"/>
          </a:p>
          <a:p>
            <a:pPr>
              <a:spcAft>
                <a:spcPts val="1000"/>
              </a:spcAft>
            </a:pPr>
            <a:r>
              <a:rPr sz="1800"/>
              <a:t>• Jaccard medio del top-3 = 0,90</a:t>
            </a:r>
            <a:endParaRPr sz="1800"/>
          </a:p>
          <a:p>
            <a:pPr>
              <a:spcAft>
                <a:spcPts val="1000"/>
              </a:spcAft>
            </a:pPr>
            <a:r>
              <a:rPr sz="1800"/>
              <a:t>• Solo N2 cambia de fragmentos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la recuperación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Q0 y Q1 recuperan lo mismo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El LLM copió la necesidad en 4 de 5 casos, por eso el Recall no cambia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Jaccard 0,90: casi todos los top-3 son iguales (en N2 comparten 2 de 4 fragmentos)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El Recall es bajo en las dos consultas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Con 5 resultados queda sin encontrar casi la mitad de la evidencia (R@5 = 0,53)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El problema está en el recuperador y no en la transformación de la consulta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Recall@1 ≤ Recall@3 ≤ Recall@5, como debe ser: más resultados cubren más evidencia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por necesidad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694944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Necesidad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 (Q0 y Q1)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Por qué</a:t>
                      </a:r>
                      <a:endParaRPr sz="16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encuentra la ficha Cisco, no la de Agilent</a:t>
                      </a:r>
                      <a:endParaRPr sz="16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N2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la evidencia es la frase corta "o equivalente", que el modelo no destaca</a:t>
                      </a:r>
                      <a:endParaRPr sz="16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encuentra la ficha Mindray, no la de Epson</a:t>
                      </a:r>
                      <a:endParaRPr sz="16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N4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trae un proceso con un solo postor de los tres</a:t>
                      </a:r>
                      <a:endParaRPr sz="16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pregunta por un caso concreto con palabras que están en la ficha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Las necesidades con evidencia en varias fichas (N1, N3, N4) quedan a medias</a:t>
            </a:r>
            <a:endParaRPr sz="2000"/>
          </a:p>
          <a:p>
            <a:pPr>
              <a:spcAft>
                <a:spcPts val="1000"/>
              </a:spcAft>
            </a:pPr>
            <a:r>
              <a:rPr sz="2000"/>
              <a:t>• Las que dependen de una frase corta (N2) quedan en 0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pasó con la consulta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En 4 de 5 necesidades el LLM copió la necesidad tal cual como query</a:t>
            </a:r>
            <a:endParaRPr sz="2000"/>
          </a:p>
          <a:p>
            <a:pPr>
              <a:spcAft>
                <a:spcPts val="1000"/>
              </a:spcAft>
            </a:pPr>
            <a:r>
              <a:rPr sz="2000"/>
              <a:t>• En N2 la reformuló: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Original: Quiero encontrar los requerimientos que mencionan una marca pero permiten ofertar un producto equivalente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Q1: ¿Qué requerimientos mencionan una marca pero permiten ofertar un producto equivalente?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Cambió uno de los tres fragmentos del top-3 (Jaccard 0,5), pero ninguno era relevante y el R@3 siguió en 0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En N5 el JSON fue válido pero la intención salió marca_con_equivalente, siendo una pregunta por el ganador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Conclusión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La consulta estructurada conserva la necesidad, pero no la mejora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El modelo pequeño no la reescribe con el vocabulario de las fichas ("buena pro", "número de postores", "o equivalente")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Un JSON válido no garantiza una intención correcta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schema_valid_rate = 1 mide el formato; la intención fue correcta en 3 de 5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El Recall bajo viene del recuperador, no de la transformación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N2 queda en 0 con Q0 y con Q1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Con 5 necesidades solo se pueden sacar conclusiones sobre estos casos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2: tamaño del chunk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PC2 - Tópicos de Ciencia de la Computación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¿De qué trata el experimento?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Pregunta: ¿cómo cambia la recuperación si solo cambia el tamaño de los chunks?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No interviene el LLM ni ningún prompt: es un experimento sobre el recuperador</a:t>
            </a:r>
            <a:endParaRPr sz="2200"/>
          </a:p>
          <a:p>
            <a:pPr>
              <a:spcAft>
                <a:spcPts val="1000"/>
              </a:spcAft>
            </a:pPr>
            <a:r>
              <a:rPr sz="2200"/>
              <a:t>• Una ficha se divide en passages (piezas pequeñas) y un chunk agrupa passages consecutivos</a:t>
            </a:r>
            <a:endParaRPr sz="2200"/>
          </a:p>
          <a:p>
            <a:pPr lvl="1">
              <a:spcAft>
                <a:spcPts val="1000"/>
              </a:spcAft>
            </a:pPr>
            <a:r>
              <a:rPr sz="1900"/>
              <a:t>- Chunk pequeño: más chunks, cada uno con menos contexto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900"/>
              <a:t>- Chunk grande: menos chunks, cada uno con casi toda la ficha</a:t>
            </a:r>
            <a:endParaRPr sz="1900"/>
          </a:p>
          <a:p>
            <a:pPr>
              <a:spcAft>
                <a:spcPts val="1000"/>
              </a:spcAft>
            </a:pPr>
            <a:r>
              <a:rPr sz="2200"/>
              <a:t>• Hipótesis: un chunk pequeño aísla la evidencia, pero puede separarla de lo que la identifica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compara y qué se mantiene igual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01168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Condición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Tamaño objetivo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Chunks resultantes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small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100 palabras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36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baseline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180 palabras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large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320 palabras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13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56616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Se mantiene igual: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Las mismas fichas, las mismas 5 consultas (Q0) y los mismos qrels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Solapamiento de 1 passage entre chunks vecinos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Modelo e5-small, normalización, FAISS y top-k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Solo cambia el tamaño del chunk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Cómo se parte una ficha: ejemplo D05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68580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Chunks de D05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Passages que contiene cada chunk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P03; C02: P03 a P07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P07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C01: P01 a P07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/>
              <a:t>• D05 es la ficha de los reactivos Mindray. Sus passages: P01 convocatoria, P02 ítem, P03 cronograma, P04 documentos, P05 postores, P06 buena pro, P07 contrato</a:t>
            </a:r>
            <a:endParaRPr sz="1900"/>
          </a:p>
          <a:p>
            <a:pPr>
              <a:spcAft>
                <a:spcPts val="1000"/>
              </a:spcAft>
            </a:pPr>
            <a:r>
              <a:rPr sz="1900"/>
              <a:t>• Con 100 palabras la buena pro (P06) queda en un chunk distinto al del ítem (P02)</a:t>
            </a:r>
            <a:endParaRPr sz="1900"/>
          </a:p>
          <a:p>
            <a:pPr>
              <a:spcAft>
                <a:spcPts val="1000"/>
              </a:spcAft>
            </a:pPr>
            <a:r>
              <a:rPr sz="1900"/>
              <a:t>• Con 180 y 320 palabras la ficha completa cabe en un solo chunk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los chunks que se generaron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103120"/>
                <a:gridCol w="1920240"/>
                <a:gridCol w="17373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Chunks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Palabras (media)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Palabras (máx.)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Tokens (máx.)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Cortados por tokens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36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236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365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179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502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9319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/>
              <a:t>• Interpretación</a:t>
            </a:r>
            <a:endParaRPr sz="2000" b="1"/>
          </a:p>
          <a:p>
            <a:pPr lvl="1">
              <a:spcAft>
                <a:spcPts val="1000"/>
              </a:spcAft>
            </a:pPr>
            <a:r>
              <a:rPr sz="1700"/>
              <a:t>- A mayor tamaño objetivo hay menos chunks, pero cada uno trae más texto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El texto del SEACE ocupa unos 2 tokens por palabra y el modelo e5 admite 512 tokens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En large, 3 de 13 chunks se cerraron antes de 320 palabras; el más largo tiene 257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Así ningún chunk se trunca, pero large significa hasta 320 palabras o 512 tokens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Recall según el tamaño del chunk</a:t>
            </a:r>
            <a:endParaRPr sz="3400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80960" y="1554480"/>
          <a:ext cx="39319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91440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R@1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R@5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0,20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  <a:endParaRPr sz="1600"/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34747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Métrica principal: Recall@3 medio</a:t>
            </a:r>
            <a:endParaRPr sz="1800"/>
          </a:p>
          <a:p>
            <a:pPr>
              <a:spcAft>
                <a:spcPts val="1000"/>
              </a:spcAft>
            </a:pPr>
            <a:r>
              <a:rPr sz="1800"/>
              <a:t>• baseline (180) es el mejor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el resultado agregado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/>
              <a:t>• small (100) rinde claramente peor: Recall@3 de 0,20 contra 0,47 en baseline</a:t>
            </a:r>
            <a:endParaRPr sz="2100"/>
          </a:p>
          <a:p>
            <a:pPr lvl="1">
              <a:spcAft>
                <a:spcPts val="1000"/>
              </a:spcAft>
            </a:pPr>
            <a:r>
              <a:rPr sz="1800"/>
              <a:t>- Al partir las fichas en tantos chunks, la evidencia queda separada de su contexto</a:t>
            </a:r>
            <a:endParaRPr sz="1800"/>
          </a:p>
          <a:p>
            <a:pPr>
              <a:spcAft>
                <a:spcPts val="1000"/>
              </a:spcAft>
            </a:pPr>
            <a:r>
              <a:rPr sz="2100"/>
              <a:t>• baseline (180) y large (320) están cerca (0,47 y 0,40)</a:t>
            </a:r>
            <a:endParaRPr sz="2100"/>
          </a:p>
          <a:p>
            <a:pPr lvl="1">
              <a:spcAft>
                <a:spcPts val="1000"/>
              </a:spcAft>
            </a:pPr>
            <a:r>
              <a:rPr sz="1800"/>
              <a:t>- La diferencia es de un solo passage, no alcanza para decir que uno es mejor</a:t>
            </a:r>
            <a:endParaRPr sz="1800"/>
          </a:p>
          <a:p>
            <a:pPr>
              <a:spcAft>
                <a:spcPts val="1000"/>
              </a:spcAft>
            </a:pPr>
            <a:r>
              <a:rPr sz="2100"/>
              <a:t>• Más chunks no significa mejor recuperación</a:t>
            </a:r>
            <a:endParaRPr sz="2100"/>
          </a:p>
          <a:p>
            <a:pPr lvl="1">
              <a:spcAft>
                <a:spcPts val="1000"/>
              </a:spcAft>
            </a:pPr>
            <a:r>
              <a:rPr sz="1800"/>
              <a:t>- small tiene el doble de chunks que baseline y recupera menos</a:t>
            </a:r>
            <a:endParaRPr sz="1800"/>
          </a:p>
          <a:p>
            <a:pPr>
              <a:spcAft>
                <a:spcPts val="1000"/>
              </a:spcAft>
            </a:pPr>
            <a:r>
              <a:rPr sz="2100"/>
              <a:t>• El resultado vale para este corpus y estas consultas, no es una regla de chunking</a:t>
            </a:r>
            <a:endParaRPr sz="2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por necesidad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371600"/>
                <a:gridCol w="1097280"/>
                <a:gridCol w="5943600"/>
              </a:tblGrid>
              <a:tr h="457200">
                <a:tc>
                  <a:txBody>
                    <a:bodyPr/>
                    <a:lstStyle/>
                    <a:p>
                      <a:r>
                        <a:rPr sz="1500"/>
                        <a:t>Necesidad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small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baseline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large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Qué pasó</a:t>
                      </a:r>
                      <a:endParaRPr sz="15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N1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 cambia: encuentra la ficha Cisco, no la de Agilent</a:t>
                      </a:r>
                      <a:endParaRPr sz="15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N2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 en las tres: la frase "o equivalente" se diluye</a:t>
                      </a:r>
                      <a:endParaRPr sz="15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N3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0,50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 cambia: encuentra la ficha Mindray, no la de Epson</a:t>
                      </a:r>
                      <a:endParaRPr sz="15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N4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0,33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solo baseline trae el chunk con un solo postor</a:t>
                      </a:r>
                      <a:endParaRPr sz="15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N5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  <a:endParaRPr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el tamaño ayuda: con 100 palabras la buena pro queda aparte</a:t>
                      </a:r>
                      <a:endParaRPr sz="15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Recall@3 por necesidad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- 3 de 5 necesidades no cambian con el tamaño; el efecto se concentra en N4 y N5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Caso donde el tamaño ayuda: N5</a:t>
            </a:r>
            <a:endParaRPr sz="3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5661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600"/>
                        <a:t>Condición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Primer resultado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Passages que cubre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Recall@3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small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D05-C01-W100 (0,891)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baseline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D05-C01-W180 (0,871)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/>
                        <a:t>large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D05-C01-W320 (0,871)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P01 a P07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6576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/>
              <a:t>• N5: ¿Qué empresa ganó la compra de reactivos para el equipo Mindray del hospital de Jaén y por cuánto?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600"/>
              <a:t>- La evidencia es D05-P06, la buena pro</a:t>
            </a:r>
            <a:endParaRPr sz="1600"/>
          </a:p>
          <a:p>
            <a:pPr>
              <a:spcAft>
                <a:spcPts val="1000"/>
              </a:spcAft>
            </a:pPr>
            <a:r>
              <a:rPr sz="1900"/>
              <a:t>• Con 100 palabras el primer resultado es la ficha correcta, pero sin la buena pro</a:t>
            </a:r>
            <a:endParaRPr sz="1900"/>
          </a:p>
          <a:p>
            <a:pPr lvl="1">
              <a:spcAft>
                <a:spcPts val="1000"/>
              </a:spcAft>
            </a:pPr>
            <a:r>
              <a:rPr sz="1600"/>
              <a:t>- Documento correcto, fragmento incorrecto: la consulta describe el proceso, la evidencia es otra parte de la ficha</a:t>
            </a:r>
            <a:endParaRPr sz="1600"/>
          </a:p>
          <a:p>
            <a:pPr>
              <a:spcAft>
                <a:spcPts val="1000"/>
              </a:spcAft>
            </a:pPr>
            <a:r>
              <a:rPr sz="1900"/>
              <a:t>• Con 180 y 320 el chunk trae la ficha completa y el Recall sube a 1</a:t>
            </a:r>
            <a:endParaRPr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Caso donde el tamaño perjudica: N4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N4: ¿En qué procesos se presentó un solo postor?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Recall@3: small 0, baseline 0,33, large 0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En baseline el chunk D07-C02 (postores, buena pro y contrato de Vaso de Leche) entra en el puesto 3</a:t>
            </a:r>
            <a:endParaRPr sz="2000"/>
          </a:p>
          <a:p>
            <a:pPr>
              <a:spcAft>
                <a:spcPts val="1000"/>
              </a:spcAft>
            </a:pPr>
            <a:r>
              <a:rPr sz="2000"/>
              <a:t>• En large ese passage queda dentro del chunk de la ficha completa</a:t>
            </a:r>
            <a:endParaRPr sz="2000"/>
          </a:p>
          <a:p>
            <a:pPr lvl="1">
              <a:spcAft>
                <a:spcPts val="1000"/>
              </a:spcAft>
            </a:pPr>
            <a:r>
              <a:rPr sz="1700"/>
              <a:t>- El chunk baja al puesto 11 y sale del top-3</a:t>
            </a:r>
            <a:endParaRPr sz="1700"/>
          </a:p>
          <a:p>
            <a:pPr lvl="1">
              <a:spcAft>
                <a:spcPts val="1000"/>
              </a:spcAft>
            </a:pPr>
            <a:r>
              <a:rPr sz="1700"/>
              <a:t>- Posible explicación: en la ficha completa pesan más la convocatoria y los alimentos que la frase un solo postor</a:t>
            </a:r>
            <a:endParaRPr sz="1700"/>
          </a:p>
          <a:p>
            <a:pPr>
              <a:spcAft>
                <a:spcPts val="1000"/>
              </a:spcAft>
            </a:pPr>
            <a:r>
              <a:rPr sz="2000"/>
              <a:t>• Un chunk más grande no siempre ayuda: puede diluir una evidencia corta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Conclusión y limitación</a:t>
            </a:r>
            <a:endParaRPr sz="3400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/>
              <a:t>• Con este corpus, estas consultas y estos qrels, el tamaño del chunk cambió el Recall@3 medio de 0,20 (100) a 0,47 (180) y 0,40 (320)</a:t>
            </a:r>
            <a:endParaRPr sz="2100"/>
          </a:p>
          <a:p>
            <a:pPr lvl="1">
              <a:spcAft>
                <a:spcPts val="1000"/>
              </a:spcAft>
            </a:pPr>
            <a:r>
              <a:rPr sz="1800"/>
              <a:t>- La diferencia principal está entre small y los otros dos, y la explican N5 y N4</a:t>
            </a:r>
            <a:endParaRPr sz="1800"/>
          </a:p>
          <a:p>
            <a:pPr>
              <a:spcAft>
                <a:spcPts val="1000"/>
              </a:spcAft>
            </a:pPr>
            <a:r>
              <a:rPr sz="2100"/>
              <a:t>• El tamaño ayuda cuando la evidencia y lo que la identifica deben quedar juntos, y perjudica cuando la evidencia es corta y se diluye</a:t>
            </a:r>
            <a:endParaRPr sz="2100"/>
          </a:p>
          <a:p>
            <a:pPr>
              <a:spcAft>
                <a:spcPts val="1000"/>
              </a:spcAft>
            </a:pPr>
            <a:r>
              <a:rPr sz="2100"/>
              <a:t>• Limitaciones</a:t>
            </a:r>
            <a:endParaRPr sz="2100"/>
          </a:p>
          <a:p>
            <a:pPr lvl="1">
              <a:spcAft>
                <a:spcPts val="1000"/>
              </a:spcAft>
            </a:pPr>
            <a:r>
              <a:rPr sz="1800"/>
              <a:t>- Solo 5 necesidades: un passage mueve el Recall medio entre 0,05 y 0,1</a:t>
            </a:r>
            <a:endParaRPr sz="1800"/>
          </a:p>
          <a:p>
            <a:pPr lvl="1">
              <a:spcAft>
                <a:spcPts val="1000"/>
              </a:spcAft>
            </a:pPr>
            <a:r>
              <a:rPr sz="1800"/>
              <a:t>- large está limitado por los 512 tokens del modelo</a:t>
            </a:r>
            <a:endParaRPr sz="1800"/>
          </a:p>
          <a:p>
            <a:pPr lvl="1">
              <a:spcAft>
                <a:spcPts val="1000"/>
              </a:spcAft>
            </a:pPr>
            <a:r>
              <a:rPr sz="1800"/>
              <a:t>- No se puede afirmar que un tamaño sea el mejor en general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10074</Words>
  <Application>WPS Presentation</Application>
  <PresentationFormat>On-screen Show (4:3)</PresentationFormat>
  <Paragraphs>553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PC2 - Tópicos de Ciencia de la Computación 1</vt:lpstr>
      <vt:lpstr>Diagrama de flujo de la PC2</vt:lpstr>
      <vt:lpstr>Cómo leer el diagrama</vt:lpstr>
      <vt:lpstr>Experimento 1: consulta original vs consulta estructurada</vt:lpstr>
      <vt:lpstr>¿De qué trata el experimento?</vt:lpstr>
      <vt:lpstr>Qué se compara</vt:lpstr>
      <vt:lpstr>Qué se mantiene igual y qué se mide</vt:lpstr>
      <vt:lpstr>Resultados: el formato del JSON</vt:lpstr>
      <vt:lpstr>Resultados: la intención del JSON</vt:lpstr>
      <vt:lpstr>Resultados: la recuperación</vt:lpstr>
      <vt:lpstr>Interpretación: la recuperación</vt:lpstr>
      <vt:lpstr>Interpretación: por necesidad</vt:lpstr>
      <vt:lpstr>Qué pasó con la consulta</vt:lpstr>
      <vt:lpstr>Conclusión</vt:lpstr>
      <vt:lpstr>Experimento 2: tamaño del chunk</vt:lpstr>
      <vt:lpstr>¿De qué trata el experimento?</vt:lpstr>
      <vt:lpstr>Qué se compara y qué se mantiene igual</vt:lpstr>
      <vt:lpstr>Cómo se parte una ficha: ejemplo D05</vt:lpstr>
      <vt:lpstr>Resultados: los chunks que se generaron</vt:lpstr>
      <vt:lpstr>Resultados: Recall según el tamaño del chunk</vt:lpstr>
      <vt:lpstr>Interpretación: el resultado agregado</vt:lpstr>
      <vt:lpstr>Interpretación: por necesidad</vt:lpstr>
      <vt:lpstr>Caso donde el tamaño ayuda: N5</vt:lpstr>
      <vt:lpstr>Caso donde el tamaño perjudica: N4</vt:lpstr>
      <vt:lpstr>Conclusión y limitación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DAVID FERNANDO REEVES GOÑI</cp:lastModifiedBy>
  <cp:revision>2</cp:revision>
  <dcterms:created xsi:type="dcterms:W3CDTF">2013-01-27T09:14:00Z</dcterms:created>
  <dcterms:modified xsi:type="dcterms:W3CDTF">2026-10-15T05:36:25Z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1BB3B001E983410AB4AC57DD530673B0_12</vt:lpwstr>
  </property>
  <property fmtid="{D5CDD505-2E9C-101B-9397-08002B2CF9AE}" pid="3" name="KSOProductBuildVer">
    <vt:lpwstr>2058-12.1.0.29162</vt:lpwstr>
  </property>
</Properties>
</file>